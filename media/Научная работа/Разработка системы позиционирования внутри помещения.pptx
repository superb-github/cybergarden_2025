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2D55C-222D-40F9-88EC-B6E470153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8AD322-00D7-4350-9644-D3377259F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65B666-CDB9-4E7F-B592-61C62FC70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B87D56-64DA-4C16-AE53-C0CDFF059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41066C-FF4D-4354-B1CE-93D7491B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23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98F2A0-D1EF-4E09-B4A4-1D5C4BDF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FA6FB9-A7ED-490B-B829-E0B96D81B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80D54A-A0A7-4103-919A-8D596DA63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0188E0-F3D9-4BCF-A10C-DCD4BF7EF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17654F-7FB0-49F8-8A0C-95BE19BBB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56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FF806-3711-4755-8B38-407C267E2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A944AF-8542-4354-AC42-2ED854103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A0DD8A-9061-4C82-8C96-48BC2E203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AD1937-1CE2-40BA-8E27-0B579C2E8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3AB4B5-E76C-4C7A-BFE7-1C620EBF0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337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C137EC-BA5C-44D7-B01C-1254312CC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928049-A910-4B96-B5FA-D20004A60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F7E5BB-5257-463A-9CA2-A28EF99E2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B7562C-A0E9-4CE3-BE65-80491BB2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610C7F-355B-4E23-9E89-546F2DA93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53F691-F508-4675-A62B-1C1D644A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750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16E57-E291-4DF1-A4E5-AB993E93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B578A5-2CDD-463C-A857-0F4B8AF40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A4FAF0-3A92-4884-9E86-6AD23FDD5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5F1A6B-27F3-4CC4-B855-18ECBBF02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8B2D0A-8E24-4441-8159-F44088D7C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E185CB6-0D71-4023-AC84-3D5F4D71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BF0E46-559E-40D9-BD84-1E9CD447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7C31B2D-2978-40A0-B179-2CC10F6C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5458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E6CE0-E175-403A-B4DC-AF3748DCF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B1964A4-994F-4621-BF11-EBA3D4D5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ED89717-11B9-49C1-A2CE-F60200E72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8C2BA70-F516-4BA1-BA68-6781810A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962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118AFDB-32E7-4196-9045-01438148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8773FCF-1B79-4933-BDAE-DAAAF0597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9CBF7A-B998-4070-843F-E1B96886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312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F8F800-E69B-4302-BFD0-4D9EECEF6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7E220C-46BF-447F-A5AD-19D7EE164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A4EE62-5F6D-4460-9FE6-D9100ADD7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1A0555-F1BF-42A9-A591-37CCA11B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77F39E-BA85-41F4-B50E-63E925EAC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286F5C-08EE-4575-8C72-E4E0AD7E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85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5246C-ED96-4503-85D3-B0FB62991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C919BB8-EFCF-43F9-93C0-1EE0CC211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481A4B-7F13-45B1-A59D-6B98FD091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1D78C8-D06E-456A-A044-C811A6618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ACC584-3F69-4E87-A592-A1C19186B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B1F6C6-6E9A-4C07-9502-A1E7191B1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924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360CB-1E07-49F6-9CC9-7BE689D0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8E44741-0CC1-4E1F-B76F-D83308560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EAF451-3521-47C9-B657-D16A6555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0A50DD-DB47-4D91-81F5-601E490E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07DF79-57D2-4B85-B3A4-DE81F0AEA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863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64FD5F0-43B1-4B15-832D-15EED277C9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22A140-5007-4E88-96D0-90DA79362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DCC1B8-583C-4F80-804E-8600A6FC4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21B1C9-D354-48E2-9947-4EEEDF6E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451F5C-6112-40DA-AA6E-6671A566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64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396049-A16D-4CB8-94EF-11655DA3D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543986-A8EE-446B-9DBB-3F9EC7C0B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83D77E-03B8-4D00-B3D7-0FB883B63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CFDA4-0DA7-481A-AA9C-114591201674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7CA640-6FFE-4810-9316-AEBC47340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C057A0-5360-4BD9-9628-209D2AC87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1AFEB-E8C3-4045-A128-9FB908F4F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86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8D8892-A569-4529-A07A-8612758158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Разработка системы позиционирования внутри помещения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C25006-AEA0-44EC-A169-6D6EC669D1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Подготовили: Евтушенко Е. А.</a:t>
            </a:r>
            <a:r>
              <a:rPr lang="en-US" dirty="0"/>
              <a:t>,</a:t>
            </a:r>
            <a:r>
              <a:rPr lang="ru-RU" dirty="0"/>
              <a:t> Ковалец И. А.</a:t>
            </a:r>
            <a:br>
              <a:rPr lang="en-US" dirty="0"/>
            </a:br>
            <a:r>
              <a:rPr lang="ru-RU" dirty="0"/>
              <a:t>Научный руководитель: Сафарьян О. А.</a:t>
            </a:r>
          </a:p>
        </p:txBody>
      </p:sp>
    </p:spTree>
    <p:extLst>
      <p:ext uri="{BB962C8B-B14F-4D97-AF65-F5344CB8AC3E}">
        <p14:creationId xmlns:p14="http://schemas.microsoft.com/office/powerpoint/2010/main" val="627286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713D1-1B97-49D1-A33A-E186B2CF9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167"/>
          </a:xfrm>
        </p:spPr>
        <p:txBody>
          <a:bodyPr/>
          <a:lstStyle/>
          <a:p>
            <a:r>
              <a:rPr lang="ru-RU" dirty="0"/>
              <a:t>Аннотация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B7FE01-4360-43C9-A926-AA6AF6E2D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614" y="1317072"/>
            <a:ext cx="6488185" cy="48598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Рассматривается проблема отсутствия эффективных систем навигации в за-крытых пространствах, где сигналы глобальных спутниковых систем (GPS, ГЛОНАСС) недоступны. Предлагается концепция системы позиционирования, основанной на использовании сети стационарных Wi-Fi-маяков (якорей) и алгоритмов </a:t>
            </a:r>
            <a:r>
              <a:rPr lang="ru-RU" dirty="0" err="1"/>
              <a:t>трилатерации</a:t>
            </a:r>
            <a:r>
              <a:rPr lang="ru-RU" dirty="0"/>
              <a:t> для определения местоположения мобильных объектов в реальном времени.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59DBE1-FD7B-47E8-A922-ACB375661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17" y="1593844"/>
            <a:ext cx="4214767" cy="421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26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FB3EB-9805-4F36-AA50-83BC0ED24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6446"/>
          </a:xfrm>
        </p:spPr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A30519-C624-4664-AD24-30B2D6194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087" y="1481676"/>
            <a:ext cx="5621323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Актуальность разработки надёжных систем позиционирования внутри помещений непрерывно возрастает. Это обусловлено потребностями таких областей, как логистика и управление складскими запасами, робототехника (автономная навигация сервисных роботов в зданиях), «умные» производства (мониторинг персонала и активов) и системы безопасности.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8ADA2DF1-BE40-41CA-9A4D-333F5CD6B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54" y="2933351"/>
            <a:ext cx="3740092" cy="3740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A4A6D04-2F24-40A1-82A3-64B2E4303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686" y="582900"/>
            <a:ext cx="4504888" cy="300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365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7C236-21C6-4A5D-AEA4-827D28EA1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существующих решений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34383D-144E-4A38-A625-B19D2F836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7953" y="1783680"/>
            <a:ext cx="637912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В настоящее время используются различные технологии: ультразвук, инфракрасное излучение, Bluetooth </a:t>
            </a:r>
            <a:r>
              <a:rPr lang="ru-RU" dirty="0" err="1"/>
              <a:t>Low</a:t>
            </a:r>
            <a:r>
              <a:rPr lang="ru-RU" dirty="0"/>
              <a:t> Energy (BLE), UWB (Ultra-</a:t>
            </a:r>
            <a:r>
              <a:rPr lang="ru-RU" dirty="0" err="1"/>
              <a:t>Wideband</a:t>
            </a:r>
            <a:r>
              <a:rPr lang="ru-RU" dirty="0"/>
              <a:t>) и Wi-Fi. Подход на основе Wi-Fi является универсальным: он использует существующую или недорогую в развёртывании инфраструктуру, а в качестве приемников могут выступать обычные смартфоны или Wi-Fi-модули, что значительно снижает общую стоимость системы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81B3A710-52CE-4C71-ADC6-B60B055235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2" t="5820" r="15894" b="19783"/>
          <a:stretch/>
        </p:blipFill>
        <p:spPr bwMode="auto">
          <a:xfrm>
            <a:off x="771787" y="1434517"/>
            <a:ext cx="2340529" cy="1994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1FB1DC4C-D72C-45DD-BFE1-1126D90FD9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8" r="14981"/>
          <a:stretch/>
        </p:blipFill>
        <p:spPr bwMode="auto">
          <a:xfrm>
            <a:off x="2776755" y="2618923"/>
            <a:ext cx="2231473" cy="247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B21B7BB4-7E96-42F0-B769-B13268FE1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37" y="4199847"/>
            <a:ext cx="2195556" cy="209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2ABC39-7126-4A90-BEC9-75FB4A8C2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853" y="2101012"/>
            <a:ext cx="1628395" cy="84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530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BCE94-EA70-4D0C-A09F-57D608592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Предлагаемая архитектура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99464A-FE8C-425F-9D66-580A26E1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7983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Система отслеживает устройство по Wi-Fi RSSI с помощью нескольких микроконтроллеров ESP32, каждый из которых получает сигнал и отправляет данные в центральный сервер в формате HTTPS/JSON. Сервер обрабатывает информацию и передает её веб-интерфейсу через </a:t>
            </a:r>
            <a:r>
              <a:rPr lang="ru-RU" dirty="0" err="1"/>
              <a:t>WebSocket</a:t>
            </a:r>
            <a:r>
              <a:rPr lang="ru-RU" dirty="0"/>
              <a:t> по HTTPS для отображения в реальном времени.</a:t>
            </a:r>
          </a:p>
        </p:txBody>
      </p:sp>
      <p:pic>
        <p:nvPicPr>
          <p:cNvPr id="4" name="Рисунок 3" descr="Изображение выглядит как текст, диаграмма, План, Технический чертеж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DF21BA-206A-48DB-A3FD-7B90D75E9C3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67405"/>
            <a:ext cx="5183697" cy="46141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6807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634FA-2CF3-4AA6-AC78-2A1AA37AC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Методика расчёта позиции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A2A727-ACDB-4580-BD4C-B3D1E7828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6036" y="1590020"/>
            <a:ext cx="6284053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Значение RSSI будет преобразовываться в расстояние с учётом калибровочных коэффициентов для 2.4 и 5 ГГц. Затем на сервере будет применяться адаптивный фильтр Калмана для сглаживания данных. Далее по расстояниям от нескольких якорей будут вычисляться координаты устройства — с помощью 3D-трилатерации или, при недостатке данных, методом взвешенного центра масс. Полученные позиции передадутся в реальном времени на веб-интерфейс через </a:t>
            </a:r>
            <a:r>
              <a:rPr lang="ru-RU" dirty="0" err="1"/>
              <a:t>WebSocket</a:t>
            </a:r>
            <a:r>
              <a:rPr lang="ru-RU" dirty="0"/>
              <a:t> и отобразятся на карте помещения.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193697-D2F1-4BD5-9A54-E5BEA15C3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49" y="1386809"/>
            <a:ext cx="4715533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76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75A8C-78BF-4F20-94BD-9F4043A85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7A953A-B54D-49BB-8130-117BDBFC9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84" y="1683347"/>
            <a:ext cx="5754438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Предложенная архитектура Wi-Fi-</a:t>
            </a:r>
            <a:r>
              <a:rPr lang="ru-RU" dirty="0" err="1"/>
              <a:t>трилатерации</a:t>
            </a:r>
            <a:r>
              <a:rPr lang="ru-RU" dirty="0"/>
              <a:t> на базе ESP32 — это экономичное и масштабируемое решение для внутренней навигации. Она доступна за счёт дешёвых компонентов, совместима с любыми Wi-Fi-устройствами, гибкая в установке и модульная для расширения. Система потенциально может интегрироваться с BLE и перейти на более точные методы, такие как Wi-Fi FTM. Её внедрение перспективно в логистике, робототехнике и «умных» производствах, где требуется надёжное позиционирование без GPS.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995F7B-2F1B-4F9C-B055-9AB24FE51F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12" t="3411"/>
          <a:stretch/>
        </p:blipFill>
        <p:spPr>
          <a:xfrm>
            <a:off x="7488283" y="2357306"/>
            <a:ext cx="3317590" cy="2817346"/>
          </a:xfrm>
          <a:prstGeom prst="rect">
            <a:avLst/>
          </a:prstGeom>
        </p:spPr>
      </p:pic>
      <p:pic>
        <p:nvPicPr>
          <p:cNvPr id="6" name="Picture 8" descr="Picture background">
            <a:extLst>
              <a:ext uri="{FF2B5EF4-FFF2-40B4-BE49-F238E27FC236}">
                <a16:creationId xmlns:a16="http://schemas.microsoft.com/office/drawing/2014/main" id="{831B9D0B-F3CD-470A-99DE-8614D883B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635" y="635303"/>
            <a:ext cx="2195556" cy="209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Picture background">
            <a:extLst>
              <a:ext uri="{FF2B5EF4-FFF2-40B4-BE49-F238E27FC236}">
                <a16:creationId xmlns:a16="http://schemas.microsoft.com/office/drawing/2014/main" id="{586A4979-2D51-4C3A-B55B-5CB7B3BF84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2" t="5820" r="15894" b="19783"/>
          <a:stretch/>
        </p:blipFill>
        <p:spPr bwMode="auto">
          <a:xfrm>
            <a:off x="9635608" y="4672668"/>
            <a:ext cx="2340529" cy="1994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91A86A5-77C6-44B1-91C0-EE6BF3F326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109" y="5327009"/>
            <a:ext cx="1641527" cy="85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663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380</Words>
  <Application>Microsoft Office PowerPoint</Application>
  <PresentationFormat>Широкоэкранный</PresentationFormat>
  <Paragraphs>14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Разработка системы позиционирования внутри помещения</vt:lpstr>
      <vt:lpstr>Аннотация</vt:lpstr>
      <vt:lpstr>Введение</vt:lpstr>
      <vt:lpstr>Анализ существующих решений</vt:lpstr>
      <vt:lpstr>Предлагаемая архитектура системы</vt:lpstr>
      <vt:lpstr>Методика расчёта позиции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позиционирования в условиях отсутствия GPS</dc:title>
  <dc:creator>Ковалец ПК</dc:creator>
  <cp:lastModifiedBy>Ковалец ПК</cp:lastModifiedBy>
  <cp:revision>8</cp:revision>
  <dcterms:created xsi:type="dcterms:W3CDTF">2025-11-12T19:49:42Z</dcterms:created>
  <dcterms:modified xsi:type="dcterms:W3CDTF">2025-11-12T21:56:50Z</dcterms:modified>
</cp:coreProperties>
</file>